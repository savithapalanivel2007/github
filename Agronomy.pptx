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ED290C3-CC76-44A4-9D16-95C52CF1174E}">
          <p14:sldIdLst>
            <p14:sldId id="256"/>
            <p14:sldId id="25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41591B-0808-4DB0-9FD4-A76C38ECA7C3}" type="datetimeFigureOut">
              <a:rPr lang="en-IN" smtClean="0"/>
              <a:t>01-10-2025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8550FA46-53EB-45E2-A705-058FDC3D3F63}"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224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1591B-0808-4DB0-9FD4-A76C38ECA7C3}"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0FA46-53EB-45E2-A705-058FDC3D3F63}"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57778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41591B-0808-4DB0-9FD4-A76C38ECA7C3}"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0FA46-53EB-45E2-A705-058FDC3D3F63}"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7723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41591B-0808-4DB0-9FD4-A76C38ECA7C3}"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50FA46-53EB-45E2-A705-058FDC3D3F63}"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5618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41591B-0808-4DB0-9FD4-A76C38ECA7C3}" type="datetimeFigureOut">
              <a:rPr lang="en-IN" smtClean="0"/>
              <a:t>01-10-2025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50FA46-53EB-45E2-A705-058FDC3D3F63}"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05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41591B-0808-4DB0-9FD4-A76C38ECA7C3}" type="datetimeFigureOut">
              <a:rPr lang="en-IN" smtClean="0"/>
              <a:t>01-10-2025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50FA46-53EB-45E2-A705-058FDC3D3F63}"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3423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41591B-0808-4DB0-9FD4-A76C38ECA7C3}" type="datetimeFigureOut">
              <a:rPr lang="en-IN" smtClean="0"/>
              <a:t>01-10-2025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50FA46-53EB-45E2-A705-058FDC3D3F63}" type="slidenum">
              <a:rPr lang="en-IN" smtClean="0"/>
              <a:t>‹#›</a:t>
            </a:fld>
            <a:endParaRPr lang="en-IN"/>
          </a:p>
        </p:txBody>
      </p:sp>
    </p:spTree>
    <p:extLst>
      <p:ext uri="{BB962C8B-B14F-4D97-AF65-F5344CB8AC3E}">
        <p14:creationId xmlns:p14="http://schemas.microsoft.com/office/powerpoint/2010/main" val="911249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41591B-0808-4DB0-9FD4-A76C38ECA7C3}" type="datetimeFigureOut">
              <a:rPr lang="en-IN" smtClean="0"/>
              <a:t>01-10-2025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50FA46-53EB-45E2-A705-058FDC3D3F63}"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0738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D41591B-0808-4DB0-9FD4-A76C38ECA7C3}" type="datetimeFigureOut">
              <a:rPr lang="en-IN" smtClean="0"/>
              <a:t>01-10-2025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8550FA46-53EB-45E2-A705-058FDC3D3F63}"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4769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1591B-0808-4DB0-9FD4-A76C38ECA7C3}"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0FA46-53EB-45E2-A705-058FDC3D3F63}"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183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1591B-0808-4DB0-9FD4-A76C38ECA7C3}" type="datetimeFigureOut">
              <a:rPr lang="en-IN" smtClean="0"/>
              <a:t>01-10-2025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0FA46-53EB-45E2-A705-058FDC3D3F63}"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1696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D41591B-0808-4DB0-9FD4-A76C38ECA7C3}" type="datetimeFigureOut">
              <a:rPr lang="en-IN" smtClean="0"/>
              <a:t>01-10-2025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550FA46-53EB-45E2-A705-058FDC3D3F63}"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44257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EEA25-40A4-D189-A207-29FC4780A95D}"/>
              </a:ext>
            </a:extLst>
          </p:cNvPr>
          <p:cNvSpPr>
            <a:spLocks noGrp="1"/>
          </p:cNvSpPr>
          <p:nvPr>
            <p:ph type="title"/>
          </p:nvPr>
        </p:nvSpPr>
        <p:spPr/>
        <p:txBody>
          <a:bodyPr/>
          <a:lstStyle/>
          <a:p>
            <a:r>
              <a:rPr lang="en-US" dirty="0">
                <a:solidFill>
                  <a:srgbClr val="7030A0"/>
                </a:solidFill>
              </a:rPr>
              <a:t>Agronomy</a:t>
            </a:r>
            <a:endParaRPr lang="en-IN" dirty="0">
              <a:solidFill>
                <a:srgbClr val="7030A0"/>
              </a:solidFill>
            </a:endParaRPr>
          </a:p>
        </p:txBody>
      </p:sp>
      <p:sp>
        <p:nvSpPr>
          <p:cNvPr id="3" name="Content Placeholder 2">
            <a:extLst>
              <a:ext uri="{FF2B5EF4-FFF2-40B4-BE49-F238E27FC236}">
                <a16:creationId xmlns:a16="http://schemas.microsoft.com/office/drawing/2014/main" id="{60820E9B-A7A7-F8D8-54D6-D238D175659C}"/>
              </a:ext>
            </a:extLst>
          </p:cNvPr>
          <p:cNvSpPr>
            <a:spLocks noGrp="1"/>
          </p:cNvSpPr>
          <p:nvPr>
            <p:ph idx="1"/>
          </p:nvPr>
        </p:nvSpPr>
        <p:spPr/>
        <p:txBody>
          <a:bodyPr>
            <a:normAutofit/>
          </a:bodyPr>
          <a:lstStyle/>
          <a:p>
            <a:r>
              <a:rPr lang="en-US" i="1" u="sng" dirty="0">
                <a:effectLst>
                  <a:outerShdw blurRad="38100" dist="38100" dir="2700000" algn="tl">
                    <a:srgbClr val="000000">
                      <a:alpha val="43137"/>
                    </a:srgbClr>
                  </a:outerShdw>
                </a:effectLst>
              </a:rPr>
              <a:t> </a:t>
            </a:r>
            <a:r>
              <a:rPr lang="en-US" b="1" dirty="0"/>
              <a:t>Agronomy</a:t>
            </a:r>
            <a:r>
              <a:rPr lang="en-US" dirty="0"/>
              <a:t> is the science and technology of producing and using plants by agriculture for food, fuel, fiber, chemicals, recreation, or land conservation. Agronomy has come to include research of plant genetics, plant physiology, meteorology, and soil science.</a:t>
            </a:r>
          </a:p>
          <a:p>
            <a:pPr marL="0" indent="0">
              <a:buNone/>
            </a:pPr>
            <a:br>
              <a:rPr lang="en-US" dirty="0"/>
            </a:br>
            <a:endParaRPr lang="en-IN" i="1" u="sng"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94FEA079-201E-A010-D8F9-D6C7465B4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1651" y="3333136"/>
            <a:ext cx="3720139" cy="2481333"/>
          </a:xfrm>
          <a:prstGeom prst="rect">
            <a:avLst/>
          </a:prstGeom>
        </p:spPr>
      </p:pic>
    </p:spTree>
    <p:extLst>
      <p:ext uri="{BB962C8B-B14F-4D97-AF65-F5344CB8AC3E}">
        <p14:creationId xmlns:p14="http://schemas.microsoft.com/office/powerpoint/2010/main" val="2544206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4F5E-7FA0-A155-C5B2-218653C5CA2D}"/>
              </a:ext>
            </a:extLst>
          </p:cNvPr>
          <p:cNvSpPr>
            <a:spLocks noGrp="1"/>
          </p:cNvSpPr>
          <p:nvPr>
            <p:ph type="title"/>
          </p:nvPr>
        </p:nvSpPr>
        <p:spPr/>
        <p:txBody>
          <a:bodyPr/>
          <a:lstStyle/>
          <a:p>
            <a:r>
              <a:rPr lang="en-US" dirty="0">
                <a:solidFill>
                  <a:schemeClr val="accent3">
                    <a:lumMod val="50000"/>
                  </a:schemeClr>
                </a:solidFill>
              </a:rPr>
              <a:t>APPLICATION OF AGRONOMY</a:t>
            </a:r>
            <a:endParaRPr lang="en-IN" dirty="0">
              <a:solidFill>
                <a:schemeClr val="accent3">
                  <a:lumMod val="50000"/>
                </a:schemeClr>
              </a:solidFill>
            </a:endParaRPr>
          </a:p>
        </p:txBody>
      </p:sp>
      <p:sp>
        <p:nvSpPr>
          <p:cNvPr id="3" name="Content Placeholder 2">
            <a:extLst>
              <a:ext uri="{FF2B5EF4-FFF2-40B4-BE49-F238E27FC236}">
                <a16:creationId xmlns:a16="http://schemas.microsoft.com/office/drawing/2014/main" id="{558E9973-C23D-EF42-2FA3-B088291A75A2}"/>
              </a:ext>
            </a:extLst>
          </p:cNvPr>
          <p:cNvSpPr>
            <a:spLocks noGrp="1"/>
          </p:cNvSpPr>
          <p:nvPr>
            <p:ph idx="1"/>
          </p:nvPr>
        </p:nvSpPr>
        <p:spPr/>
        <p:txBody>
          <a:bodyPr/>
          <a:lstStyle/>
          <a:p>
            <a:pPr marL="0" indent="0">
              <a:buNone/>
            </a:pPr>
            <a:r>
              <a:rPr lang="en-US" b="1" dirty="0"/>
              <a:t>Agronomy is the branch that deals with various sources like food , fodder,  ploughing ,harvesting , cultivating of various crops based on its duration from cultivating and harvesting.</a:t>
            </a:r>
            <a:endParaRPr lang="en-IN" b="1" dirty="0"/>
          </a:p>
        </p:txBody>
      </p:sp>
    </p:spTree>
    <p:extLst>
      <p:ext uri="{BB962C8B-B14F-4D97-AF65-F5344CB8AC3E}">
        <p14:creationId xmlns:p14="http://schemas.microsoft.com/office/powerpoint/2010/main" val="220285498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TotalTime>
  <Words>84</Words>
  <Application>Microsoft Office PowerPoint</Application>
  <PresentationFormat>Widescreen</PresentationFormat>
  <Paragraphs>5</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Gill Sans MT</vt:lpstr>
      <vt:lpstr>Gallery</vt:lpstr>
      <vt:lpstr>Agronomy</vt:lpstr>
      <vt:lpstr>APPLICATION OF AGRONOMY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Savin Kumar</dc:creator>
  <cp:lastModifiedBy>Savin Kumar</cp:lastModifiedBy>
  <cp:revision>1</cp:revision>
  <dcterms:created xsi:type="dcterms:W3CDTF">2025-10-01T04:34:08Z</dcterms:created>
  <dcterms:modified xsi:type="dcterms:W3CDTF">2025-10-01T05:01:59Z</dcterms:modified>
</cp:coreProperties>
</file>